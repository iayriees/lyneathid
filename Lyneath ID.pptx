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ebp" ContentType="image/webp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81" d="100"/>
          <a:sy n="81" d="100"/>
        </p:scale>
        <p:origin x="90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124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956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20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5962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99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722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61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193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1610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5273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043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511F2A-CCA7-4D51-AC73-B027ED4FCEEE}" type="datetimeFigureOut">
              <a:rPr lang="en-IN" smtClean="0"/>
              <a:t>09-08-2026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7B449832-4381-44EF-B505-F1B705956E2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81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ayce-o.blogspot.com/2013/04/20-examples-of-hospital-brochure-designs.htm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nc-sa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ntrealty.com/blogs/land-measurement-units-india-guide/" TargetMode="External"/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0F77-58C4-7484-41A0-DC22C96DC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B050"/>
                </a:solidFill>
              </a:rPr>
              <a:t>Lyneath ID</a:t>
            </a:r>
            <a:br>
              <a:rPr lang="en-IN" dirty="0"/>
            </a:br>
            <a:r>
              <a:rPr lang="en-IN" sz="3600" cap="none" dirty="0">
                <a:latin typeface="Aptos Display" panose="020B0004020202020204" pitchFamily="34" charset="0"/>
              </a:rPr>
              <a:t>your universal health identity</a:t>
            </a:r>
            <a:endParaRPr lang="en-IN" dirty="0">
              <a:latin typeface="Aptos Display" panose="020B00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10CFD-7116-D330-C7CE-B169BFC9F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1399015"/>
          </a:xfrm>
        </p:spPr>
        <p:txBody>
          <a:bodyPr>
            <a:normAutofit/>
          </a:bodyPr>
          <a:lstStyle/>
          <a:p>
            <a:r>
              <a:rPr lang="en-IN" dirty="0"/>
              <a:t>Riya Saxena </a:t>
            </a:r>
          </a:p>
          <a:p>
            <a:r>
              <a:rPr lang="en-IN" dirty="0"/>
              <a:t>2</a:t>
            </a:r>
            <a:r>
              <a:rPr lang="en-IN" baseline="30000" dirty="0"/>
              <a:t>nd</a:t>
            </a:r>
            <a:r>
              <a:rPr lang="en-IN" dirty="0"/>
              <a:t> year , Internet of things , MITS Gwalior </a:t>
            </a:r>
          </a:p>
          <a:p>
            <a:r>
              <a:rPr lang="en-IN" dirty="0"/>
              <a:t>| 2026 IEEE </a:t>
            </a:r>
            <a:r>
              <a:rPr lang="en-IN" dirty="0" err="1"/>
              <a:t>hackmatrix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16FD0-96DC-6CC7-4E37-96F9C8EFB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26200" y="5435927"/>
            <a:ext cx="5765800" cy="3848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5B88BE-0403-BBD5-C958-4D793BAEA3D8}"/>
              </a:ext>
            </a:extLst>
          </p:cNvPr>
          <p:cNvSpPr txBox="1"/>
          <p:nvPr/>
        </p:nvSpPr>
        <p:spPr>
          <a:xfrm>
            <a:off x="6426200" y="9284027"/>
            <a:ext cx="5765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jayce-o.blogspot.com/2013/04/20-examples-of-hospital-brochure-designs.html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nc-sa/3.0/"/>
              </a:rPr>
              <a:t>CC BY-SA-NC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247470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338C1-D010-116B-B6CA-60B5F00D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 : healthcare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BA5BF-A630-0692-AF11-172F77742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1305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The Healthcare Data </a:t>
            </a:r>
          </a:p>
          <a:p>
            <a:r>
              <a:rPr lang="en-US" dirty="0"/>
              <a:t>Patient medical records are fragmented across hospitals, labs, and clinics. </a:t>
            </a:r>
          </a:p>
          <a:p>
            <a:r>
              <a:rPr lang="en-US" dirty="0"/>
              <a:t>Patients carry physical reports that can be lost or damaged. </a:t>
            </a:r>
          </a:p>
          <a:p>
            <a:r>
              <a:rPr lang="en-US" dirty="0"/>
              <a:t>Doctors lack complete medical history during emergencies. </a:t>
            </a:r>
          </a:p>
          <a:p>
            <a:r>
              <a:rPr lang="en-US" dirty="0"/>
              <a:t>Patients repeat costly tests due to unavailable previous reports. </a:t>
            </a:r>
          </a:p>
          <a:p>
            <a:r>
              <a:rPr lang="en-US" dirty="0"/>
              <a:t>Rural and elderly populations face difficulty managing health records. </a:t>
            </a:r>
          </a:p>
          <a:p>
            <a:pPr marL="0" indent="0">
              <a:buNone/>
            </a:pPr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Delayed diagnosis </a:t>
            </a:r>
          </a:p>
          <a:p>
            <a:r>
              <a:rPr lang="en-US" dirty="0"/>
              <a:t>Increased healthcare costs </a:t>
            </a:r>
          </a:p>
          <a:p>
            <a:r>
              <a:rPr lang="en-US" dirty="0"/>
              <a:t>Poor continuity of care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6950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A6050-25DD-0A81-8074-263DA7519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97963"/>
            <a:ext cx="9603275" cy="2724346"/>
          </a:xfrm>
        </p:spPr>
        <p:txBody>
          <a:bodyPr>
            <a:normAutofit fontScale="90000"/>
          </a:bodyPr>
          <a:lstStyle/>
          <a:p>
            <a:r>
              <a:rPr lang="en-IN" dirty="0"/>
              <a:t>Solution: </a:t>
            </a:r>
            <a:br>
              <a:rPr lang="en-IN" dirty="0"/>
            </a:br>
            <a:r>
              <a:rPr lang="en-US" b="1" u="sng" dirty="0" err="1">
                <a:solidFill>
                  <a:srgbClr val="00B050"/>
                </a:solidFill>
              </a:rPr>
              <a:t>LyneAth</a:t>
            </a:r>
            <a:r>
              <a:rPr lang="en-US" b="1" u="sng" dirty="0">
                <a:solidFill>
                  <a:srgbClr val="00B050"/>
                </a:solidFill>
              </a:rPr>
              <a:t> ID</a:t>
            </a:r>
            <a:br>
              <a:rPr lang="en-US" b="1" dirty="0"/>
            </a:br>
            <a:r>
              <a:rPr lang="en-US" i="1" cap="none" dirty="0"/>
              <a:t>A universal QR-based healthcare identity that allows every citizen to securely access and share medical records.</a:t>
            </a:r>
            <a:br>
              <a:rPr lang="en-US" i="1" cap="none" dirty="0"/>
            </a:br>
            <a:br>
              <a:rPr lang="en-US" i="1" cap="none" dirty="0"/>
            </a:br>
            <a:r>
              <a:rPr lang="en-US" b="1" cap="none" dirty="0"/>
              <a:t>Every citizen gets a secure QR-based health identity connected to their medical profile.</a:t>
            </a:r>
            <a:br>
              <a:rPr lang="en-US" cap="none" dirty="0"/>
            </a:br>
            <a:r>
              <a:rPr lang="en-US" cap="none" dirty="0"/>
              <a:t>The patient controls:</a:t>
            </a:r>
            <a:br>
              <a:rPr lang="en-US" cap="none" dirty="0"/>
            </a:br>
            <a:r>
              <a:rPr lang="en-US" cap="none" dirty="0"/>
              <a:t>who accesses their data</a:t>
            </a:r>
            <a:br>
              <a:rPr lang="en-US" cap="none" dirty="0"/>
            </a:br>
            <a:r>
              <a:rPr lang="en-US" cap="none" dirty="0"/>
              <a:t>what information is shared</a:t>
            </a:r>
            <a:br>
              <a:rPr lang="en-US" cap="none" dirty="0"/>
            </a:br>
            <a:r>
              <a:rPr lang="en-US" cap="none" dirty="0"/>
              <a:t>how long access is provided</a:t>
            </a:r>
            <a:br>
              <a:rPr lang="en-US" cap="none" dirty="0"/>
            </a:br>
            <a:br>
              <a:rPr lang="en-US" cap="none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602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C0461-6BD8-7D4D-DEE8-D0ADDF6F7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cap="none" dirty="0"/>
              <a:t>Working Of LYNEATH ID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3E6A7-18ED-5AD0-5017-0810F7932BE5}"/>
              </a:ext>
            </a:extLst>
          </p:cNvPr>
          <p:cNvSpPr txBox="1"/>
          <p:nvPr/>
        </p:nvSpPr>
        <p:spPr>
          <a:xfrm>
            <a:off x="2316637" y="1832163"/>
            <a:ext cx="32051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Patient Registration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Create Lyneth ID profile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Add basic health information</a:t>
            </a:r>
          </a:p>
          <a:p>
            <a:pPr algn="ctr">
              <a:buNone/>
            </a:pPr>
            <a:r>
              <a:rPr lang="en-US" b="1" dirty="0"/>
              <a:t>↓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D5BF06-B26D-3A20-252F-3C29C5497AD1}"/>
              </a:ext>
            </a:extLst>
          </p:cNvPr>
          <p:cNvSpPr/>
          <p:nvPr/>
        </p:nvSpPr>
        <p:spPr>
          <a:xfrm>
            <a:off x="2455680" y="2923597"/>
            <a:ext cx="3205115" cy="12845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Upload Medical Records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Reports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Prescriptions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Previous history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D8107C-3A40-FB24-08BF-018FB788C8D8}"/>
              </a:ext>
            </a:extLst>
          </p:cNvPr>
          <p:cNvSpPr txBox="1"/>
          <p:nvPr/>
        </p:nvSpPr>
        <p:spPr>
          <a:xfrm>
            <a:off x="1006311" y="4208172"/>
            <a:ext cx="6103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Generate QR Health Identity   </a:t>
            </a:r>
            <a:endParaRPr lang="en-IN" dirty="0"/>
          </a:p>
          <a:p>
            <a:pPr algn="ctr">
              <a:buNone/>
            </a:pPr>
            <a:r>
              <a:rPr lang="en-IN" dirty="0"/>
              <a:t>↓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077B68-3A1A-E6E2-F3D1-A337937F2C80}"/>
              </a:ext>
            </a:extLst>
          </p:cNvPr>
          <p:cNvSpPr txBox="1"/>
          <p:nvPr/>
        </p:nvSpPr>
        <p:spPr>
          <a:xfrm>
            <a:off x="1006311" y="4853152"/>
            <a:ext cx="61038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/>
              <a:t>Secure Medical Access</a:t>
            </a:r>
            <a:endParaRPr lang="en-US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Doctor scans QR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Patient approves access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/>
              <a:t>Medical information is displayed</a:t>
            </a:r>
          </a:p>
        </p:txBody>
      </p:sp>
    </p:spTree>
    <p:extLst>
      <p:ext uri="{BB962C8B-B14F-4D97-AF65-F5344CB8AC3E}">
        <p14:creationId xmlns:p14="http://schemas.microsoft.com/office/powerpoint/2010/main" val="405789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30264-5264-E19E-6F9E-70C6C283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820" y="1144256"/>
            <a:ext cx="9603275" cy="534273"/>
          </a:xfrm>
        </p:spPr>
        <p:txBody>
          <a:bodyPr/>
          <a:lstStyle/>
          <a:p>
            <a:r>
              <a:rPr lang="en-IN" dirty="0"/>
              <a:t>Emergency  use  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53391-788B-68AA-D883-0695D346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764" y="2083325"/>
            <a:ext cx="6919424" cy="335594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b="1" dirty="0"/>
              <a:t>                                                         </a:t>
            </a:r>
            <a:r>
              <a:rPr lang="en-US" sz="2400" b="1" dirty="0"/>
              <a:t>Scenario: Accident Emergency</a:t>
            </a:r>
          </a:p>
          <a:p>
            <a:pPr marL="0" indent="0">
              <a:buNone/>
            </a:pPr>
            <a:r>
              <a:rPr lang="en-US" b="1" dirty="0"/>
              <a:t>Without Lyneath ID ❌</a:t>
            </a:r>
          </a:p>
          <a:p>
            <a:pPr marL="0" indent="0">
              <a:buNone/>
            </a:pPr>
            <a:r>
              <a:rPr lang="en-US" b="1" dirty="0"/>
              <a:t>Ramesh, a 55-year-old patient, meets with an accident</a:t>
            </a:r>
          </a:p>
          <a:p>
            <a:pPr marL="0" indent="0">
              <a:buNone/>
            </a:pPr>
            <a:r>
              <a:rPr lang="en-US" b="1" dirty="0"/>
              <a:t>Doctors do not know:</a:t>
            </a:r>
          </a:p>
          <a:p>
            <a:r>
              <a:rPr lang="en-US" b="1" dirty="0"/>
              <a:t>Existing diseases</a:t>
            </a:r>
          </a:p>
          <a:p>
            <a:r>
              <a:rPr lang="en-US" b="1" dirty="0"/>
              <a:t>Allergies</a:t>
            </a:r>
          </a:p>
          <a:p>
            <a:r>
              <a:rPr lang="en-US" b="1" dirty="0"/>
              <a:t>Current medicines</a:t>
            </a:r>
          </a:p>
          <a:p>
            <a:r>
              <a:rPr lang="en-US" b="1" dirty="0"/>
              <a:t>Previous surgeries</a:t>
            </a:r>
          </a:p>
          <a:p>
            <a:r>
              <a:rPr lang="en-US" b="1" dirty="0"/>
              <a:t>Treatment decisions are delayed.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FDECC-3E77-3D15-559C-C69BEE36DAFD}"/>
              </a:ext>
            </a:extLst>
          </p:cNvPr>
          <p:cNvSpPr txBox="1"/>
          <p:nvPr/>
        </p:nvSpPr>
        <p:spPr>
          <a:xfrm>
            <a:off x="5842262" y="2584285"/>
            <a:ext cx="45837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With Lyneath ID </a:t>
            </a:r>
          </a:p>
          <a:p>
            <a:pPr>
              <a:buNone/>
            </a:pPr>
            <a:r>
              <a:rPr lang="en-US" dirty="0"/>
              <a:t>Hospital staff finds Lyneth QR card.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Doctor scans QR using verified healthcare application and sees the history with AI summary involved</a:t>
            </a:r>
          </a:p>
          <a:p>
            <a:endParaRPr lang="en-US" dirty="0"/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Emergency access is provided.</a:t>
            </a:r>
          </a:p>
          <a:p>
            <a:r>
              <a:rPr lang="en-US" dirty="0"/>
              <a:t>Doctor receives critical information.</a:t>
            </a:r>
          </a:p>
        </p:txBody>
      </p:sp>
    </p:spTree>
    <p:extLst>
      <p:ext uri="{BB962C8B-B14F-4D97-AF65-F5344CB8AC3E}">
        <p14:creationId xmlns:p14="http://schemas.microsoft.com/office/powerpoint/2010/main" val="3531956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7886C-6410-1D6A-2637-38C2E25CDEEE}"/>
              </a:ext>
            </a:extLst>
          </p:cNvPr>
          <p:cNvSpPr txBox="1"/>
          <p:nvPr/>
        </p:nvSpPr>
        <p:spPr>
          <a:xfrm>
            <a:off x="619813" y="1172448"/>
            <a:ext cx="4480088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Emergency Profile: generated 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Name: Ramesh Kumar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Age: 55</a:t>
            </a:r>
          </a:p>
          <a:p>
            <a:pPr rtl="0">
              <a:buNone/>
            </a:pPr>
            <a:endParaRPr lang="en-IN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Blood Group: B+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Allergy: Penicillin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Condition: Type-2 Diabetes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Current Medicine: Insulin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Previous Surgery: Heart Stent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A679C7-4C52-6727-5B2A-54E89F2D41F0}"/>
              </a:ext>
            </a:extLst>
          </p:cNvPr>
          <p:cNvSpPr txBox="1"/>
          <p:nvPr/>
        </p:nvSpPr>
        <p:spPr>
          <a:xfrm>
            <a:off x="5380348" y="1172448"/>
            <a:ext cx="610385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Features</a:t>
            </a:r>
          </a:p>
          <a:p>
            <a:pPr>
              <a:buNone/>
            </a:pPr>
            <a:r>
              <a:rPr lang="en-US" b="1" dirty="0"/>
              <a:t>Lyneth ID Features</a:t>
            </a:r>
          </a:p>
          <a:p>
            <a:pPr>
              <a:buNone/>
            </a:pPr>
            <a:r>
              <a:rPr lang="en-US" b="1" dirty="0"/>
              <a:t>🔹 QR-Based Health Identity</a:t>
            </a:r>
          </a:p>
          <a:p>
            <a:pPr>
              <a:buNone/>
            </a:pPr>
            <a:r>
              <a:rPr lang="en-US" dirty="0"/>
              <a:t>One identity connected to medical records.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🔹 Patient Data Ownership</a:t>
            </a:r>
          </a:p>
          <a:p>
            <a:pPr>
              <a:buNone/>
            </a:pPr>
            <a:r>
              <a:rPr lang="en-US" dirty="0"/>
              <a:t>Patients control their health information.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🔹 Emergency Access Mode</a:t>
            </a:r>
          </a:p>
          <a:p>
            <a:pPr>
              <a:buNone/>
            </a:pPr>
            <a:r>
              <a:rPr lang="en-US" dirty="0"/>
              <a:t>Critical details available during emergencies.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🔹 Medical Report Storage</a:t>
            </a:r>
          </a:p>
          <a:p>
            <a:pPr>
              <a:buNone/>
            </a:pPr>
            <a:r>
              <a:rPr lang="en-US" dirty="0"/>
              <a:t>Secure storage of reports and prescriptions.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🔹 AI Health Summary (Future Enhancement)</a:t>
            </a:r>
          </a:p>
          <a:p>
            <a:pPr>
              <a:buNone/>
            </a:pPr>
            <a:r>
              <a:rPr lang="en-US" dirty="0"/>
              <a:t>Converts multiple reports into a simple doctor-friendly summary in multi language</a:t>
            </a:r>
          </a:p>
        </p:txBody>
      </p:sp>
    </p:spTree>
    <p:extLst>
      <p:ext uri="{BB962C8B-B14F-4D97-AF65-F5344CB8AC3E}">
        <p14:creationId xmlns:p14="http://schemas.microsoft.com/office/powerpoint/2010/main" val="25844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71E448-27A0-BC61-F755-14B260913DE5}"/>
              </a:ext>
            </a:extLst>
          </p:cNvPr>
          <p:cNvSpPr txBox="1"/>
          <p:nvPr/>
        </p:nvSpPr>
        <p:spPr>
          <a:xfrm>
            <a:off x="384143" y="99976"/>
            <a:ext cx="598837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Secure Healthcare Data Sharing</a:t>
            </a:r>
          </a:p>
          <a:p>
            <a:pPr>
              <a:buNone/>
            </a:pPr>
            <a:r>
              <a:rPr lang="en-US" dirty="0"/>
              <a:t>Lyneth ID does not store medical information inside the QR code.</a:t>
            </a:r>
          </a:p>
          <a:p>
            <a:pPr>
              <a:buNone/>
            </a:pPr>
            <a:r>
              <a:rPr lang="en-US" b="1" dirty="0"/>
              <a:t>Security Approach: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Encrypted medical data storage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Verified healthcare provider login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Consent-based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Access history tracking</a:t>
            </a:r>
          </a:p>
          <a:p>
            <a:pPr>
              <a:buNone/>
            </a:pPr>
            <a:r>
              <a:rPr lang="en-US" b="1" dirty="0"/>
              <a:t>Important:</a:t>
            </a:r>
          </a:p>
          <a:p>
            <a:pPr>
              <a:buNone/>
            </a:pPr>
            <a:r>
              <a:rPr lang="en-US" dirty="0"/>
              <a:t>Healthcare staff do not open the patient's phone.</a:t>
            </a:r>
          </a:p>
          <a:p>
            <a:pPr>
              <a:buNone/>
            </a:pPr>
            <a:r>
              <a:rPr lang="en-US" dirty="0"/>
              <a:t>They use:</a:t>
            </a:r>
            <a:br>
              <a:rPr lang="en-US" dirty="0"/>
            </a:br>
            <a:r>
              <a:rPr lang="en-US" b="1" dirty="0"/>
              <a:t>Verified Lyneth Healthcare Application → QR Scan → Authorized Access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ED24C9-BF22-314F-2576-FDDB14FE3F6C}"/>
              </a:ext>
            </a:extLst>
          </p:cNvPr>
          <p:cNvSpPr txBox="1"/>
          <p:nvPr/>
        </p:nvSpPr>
        <p:spPr>
          <a:xfrm>
            <a:off x="6372520" y="2352983"/>
            <a:ext cx="610385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Minimum Viable Product (MVP)</a:t>
            </a:r>
          </a:p>
          <a:p>
            <a:pPr>
              <a:buNone/>
            </a:pPr>
            <a:r>
              <a:rPr lang="en-IN" b="1" dirty="0"/>
              <a:t>Patient Portal:</a:t>
            </a:r>
          </a:p>
          <a:p>
            <a:pPr>
              <a:buNone/>
            </a:pPr>
            <a:r>
              <a:rPr lang="en-IN" dirty="0"/>
              <a:t> Create health profile</a:t>
            </a:r>
            <a:br>
              <a:rPr lang="en-IN" dirty="0"/>
            </a:br>
            <a:r>
              <a:rPr lang="en-IN" dirty="0"/>
              <a:t> Upload sample reports</a:t>
            </a:r>
            <a:br>
              <a:rPr lang="en-IN" dirty="0"/>
            </a:br>
            <a:r>
              <a:rPr lang="en-IN" dirty="0"/>
              <a:t> Generate QR identity</a:t>
            </a:r>
          </a:p>
          <a:p>
            <a:pPr>
              <a:buNone/>
            </a:pPr>
            <a:r>
              <a:rPr lang="en-IN" b="1" dirty="0"/>
              <a:t>Doctor Portal:</a:t>
            </a:r>
          </a:p>
          <a:p>
            <a:pPr>
              <a:buNone/>
            </a:pPr>
            <a:r>
              <a:rPr lang="en-IN" dirty="0"/>
              <a:t> Login verification</a:t>
            </a:r>
            <a:br>
              <a:rPr lang="en-IN" dirty="0"/>
            </a:br>
            <a:r>
              <a:rPr lang="en-IN" dirty="0"/>
              <a:t> Scan patient QR</a:t>
            </a:r>
            <a:br>
              <a:rPr lang="en-IN" dirty="0"/>
            </a:br>
            <a:r>
              <a:rPr lang="en-IN" dirty="0"/>
              <a:t> View authorized medical information</a:t>
            </a:r>
          </a:p>
          <a:p>
            <a:pPr>
              <a:buNone/>
            </a:pPr>
            <a:r>
              <a:rPr lang="en-IN" b="1" dirty="0"/>
              <a:t>Emergency Module:</a:t>
            </a:r>
          </a:p>
          <a:p>
            <a:pPr>
              <a:buNone/>
            </a:pPr>
            <a:r>
              <a:rPr lang="en-IN" dirty="0"/>
              <a:t> Blood group</a:t>
            </a:r>
            <a:br>
              <a:rPr lang="en-IN" dirty="0"/>
            </a:br>
            <a:r>
              <a:rPr lang="en-IN" dirty="0"/>
              <a:t> Allergies</a:t>
            </a:r>
            <a:br>
              <a:rPr lang="en-IN" dirty="0"/>
            </a:br>
            <a:r>
              <a:rPr lang="en-IN" dirty="0"/>
              <a:t> Critical conditions</a:t>
            </a:r>
          </a:p>
        </p:txBody>
      </p:sp>
    </p:spTree>
    <p:extLst>
      <p:ext uri="{BB962C8B-B14F-4D97-AF65-F5344CB8AC3E}">
        <p14:creationId xmlns:p14="http://schemas.microsoft.com/office/powerpoint/2010/main" val="3821256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699C94-A552-0932-1454-689B450D844E}"/>
              </a:ext>
            </a:extLst>
          </p:cNvPr>
          <p:cNvSpPr txBox="1"/>
          <p:nvPr/>
        </p:nvSpPr>
        <p:spPr>
          <a:xfrm>
            <a:off x="3051928" y="1727910"/>
            <a:ext cx="6103854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/>
              <a:t>Impact &amp; Conclusion</a:t>
            </a:r>
          </a:p>
          <a:p>
            <a:pPr>
              <a:buNone/>
            </a:pPr>
            <a:r>
              <a:rPr lang="en-US" dirty="0"/>
              <a:t>Making Healthcare Records Accessible for Everyone</a:t>
            </a:r>
          </a:p>
          <a:p>
            <a:pPr>
              <a:buNone/>
            </a:pPr>
            <a:r>
              <a:rPr lang="en-US" sz="2000" dirty="0"/>
              <a:t>Expected Impact:</a:t>
            </a:r>
          </a:p>
          <a:p>
            <a:pPr>
              <a:buNone/>
            </a:pPr>
            <a:r>
              <a:rPr lang="en-US" sz="2000" dirty="0"/>
              <a:t>✅ Faster emergency treatment</a:t>
            </a:r>
            <a:br>
              <a:rPr lang="en-US" sz="2000" dirty="0"/>
            </a:br>
            <a:r>
              <a:rPr lang="en-US" sz="2000" dirty="0"/>
              <a:t>✅ Reduced duplicate medical tests</a:t>
            </a:r>
            <a:br>
              <a:rPr lang="en-US" sz="2000" dirty="0"/>
            </a:br>
            <a:r>
              <a:rPr lang="en-US" sz="2000" dirty="0"/>
              <a:t>✅ Better doctor decision-making</a:t>
            </a:r>
            <a:br>
              <a:rPr lang="en-US" sz="2000" dirty="0"/>
            </a:br>
            <a:r>
              <a:rPr lang="en-US" sz="2000" dirty="0"/>
              <a:t>✅ Improved rural healthcare access</a:t>
            </a:r>
            <a:br>
              <a:rPr lang="en-US" sz="2000" dirty="0"/>
            </a:br>
            <a:r>
              <a:rPr lang="en-US" sz="2000" dirty="0"/>
              <a:t>Just like UPI simplified digital payments, Lyneath ID can simplify access to healthcare information for every Indian citizen.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04DE78-38A3-84AD-7F3C-4935C0451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775597" y="2450163"/>
            <a:ext cx="1941921" cy="1957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184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519B4F-A8EC-4FB0-8C6A-050ED9EF6B23}">
  <we:reference id="wa200005566" version="3.0.0.2" store="en-I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223</TotalTime>
  <Words>542</Words>
  <Application>Microsoft Office PowerPoint</Application>
  <PresentationFormat>Widescreen</PresentationFormat>
  <Paragraphs>97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Display</vt:lpstr>
      <vt:lpstr>Arial</vt:lpstr>
      <vt:lpstr>Courier New</vt:lpstr>
      <vt:lpstr>Gill Sans MT</vt:lpstr>
      <vt:lpstr>Gallery</vt:lpstr>
      <vt:lpstr>Lyneath ID your universal health identity</vt:lpstr>
      <vt:lpstr>Problem Statement : healthcare  </vt:lpstr>
      <vt:lpstr>Solution:  LyneAth ID A universal QR-based healthcare identity that allows every citizen to securely access and share medical records.  Every citizen gets a secure QR-based health identity connected to their medical profile. The patient controls: who accesses their data what information is shared how long access is provided  </vt:lpstr>
      <vt:lpstr>Working Of LYNEATH ID </vt:lpstr>
      <vt:lpstr>Emergency  use   case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RIYA Saxena(00006811542)</dc:creator>
  <cp:lastModifiedBy>RIYA Saxena(00006811542)</cp:lastModifiedBy>
  <cp:revision>2</cp:revision>
  <dcterms:created xsi:type="dcterms:W3CDTF">2026-07-22T20:38:15Z</dcterms:created>
  <dcterms:modified xsi:type="dcterms:W3CDTF">2026-08-09T16:23:34Z</dcterms:modified>
</cp:coreProperties>
</file>